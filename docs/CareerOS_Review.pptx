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14B8A6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D4BF"/>
                </a:solidFill>
              </a:rPr>
              <a:t>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10241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Engineering Review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senior-engineer audit of Career OS against the AI job-search market — what's working, what's broken, what shipped this session, and what's next.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Daksh Patel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2, 2026  ·  For internal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job-search AI market is crowded — and mostly untrustworthy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tools now promise to “auto-apply” for job seekers. Most of them are quietly failing their users.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61D27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2.1/5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LazyApply's Trustpilot score — refund complaints, CAPTCHA failures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61D27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66160" y="32004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rate Wonsulting saw from bulk auto-send, before shutting it down (Aug 2025)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61D27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32004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job listings estimated to be “ghost jobs” that were never real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61D27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35440" y="32004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competitors that screen for Canadian PR / immigration fit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opening: </a:t>
            </a:r>
            <a:pPr indent="0" marL="0">
              <a:buNone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automates the grind of applying, but keeps a human in the loop before anything is submitted — and proves it, rather than claiming it.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— Product &amp; Engineering Review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tools researched across the auto-apply / job-copilot category, 2025–2026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572000"/>
        </p:xfrm>
        <a:graphic>
          <a:graphicData uri="http://schemas.openxmlformats.org/drawingml/2006/table">
            <a:tbl>
              <a:tblPr/>
              <a:tblGrid>
                <a:gridCol w="1600200"/>
                <a:gridCol w="3246120"/>
                <a:gridCol w="1947672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submit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/ immigration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AI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– $99/mo CAD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builder + tracker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– $29/mo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(manual)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Simplify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Autofill across 100+ ATSs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$39.99/mo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(autofill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CRM + autofill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– $40/mo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(autofill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Jobright.ai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copilot + recruiter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$39.99/mo (Turbo)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auto-apply, 50/day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$8.90–$12.90/wk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auto-apply + outreach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€9.99–89.99/mo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LazyApply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auto-apply (750/day)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$99–149/yr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— Product &amp; Engineering Review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Career OS is genuinely ahead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61D27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2763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is architectural, not a setting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stops at a review queue. A stop-before-submit flag exists at the automation layer itself — not a UI checkbox that can be silently ignored.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61D27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645920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162763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Entry / NOC scoring — zero competitors have this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scores immigration/PR pathway fit on every posting. Not one of the 9 competitors researched (Teal, Simplify, Huntr, Jobright, JobCopilot, LoopCV, LazyApply…) does this.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61D27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1879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CAPTCHA-safe by design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9834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pauses and notifies the user on CAPTCHA rather than trying to defeat it — the opposite of the anti-bot arms race competitors are quietly losing.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9319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61D27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206240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41879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architecture, not a wrapper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49834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11-layer FastAPI backend, LangGraph document pipeline, capability-routed AI (never hardcoded to one model provider), full audit trail, Tauri desktop companion.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— Product &amp; Engineering 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the morning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end to end — except the one step that matters most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965960"/>
            <a:ext cx="772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1508" y="19659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2948" y="1965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1708" y="1965960"/>
            <a:ext cx="772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294376" y="19659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85816" y="1965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fit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PR/NOC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94576" y="1965960"/>
            <a:ext cx="772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67244" y="19659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58684" y="1965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67444" y="1965960"/>
            <a:ext cx="7726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040112" y="19659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31552" y="1965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566160" y="352044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12182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3520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— human approves, rejects, or requests revision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4343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251960" y="46634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51960" y="4663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Playwright submits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(pauses on CAPTCHA, never bypasses)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daily at 7:00 AM ET, or on demand per job. Nothing left of the review gate ever auto-submits.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— Product &amp; Engineering Review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audit: what I found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 of the FastAPI backend + React frontend before touching anything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60020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“Apply” nav item was dead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65960" y="193852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a static placeholder (“Browser automation ready…”). The real, fully-built Applications page existed in the codebase but was never imported or routed.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1752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FBBF24">
              <a:alpha val="1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17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274320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differentiator was invisible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65960" y="308152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immigration_score is computed and persisted on every job — but never returned by the review API or shown anywhere in the UI. The one thing no competitor has was hidden from users.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6052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8B9BB4">
              <a:alpha val="15000"/>
            </a:srgbClr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388620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detail dumped raw JSON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65960" y="422452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review screen rendered document_previews as a stringified JSON blob in a &lt;pre&gt; tag — shipped to real users making approve/reject decisions.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30352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03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65960" y="502920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copy bug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65960" y="536752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Pro and Career Coach plan buttons read “Upgrade to Pro”, and checkout only ever requested the Pro price — Career Coach checkout was silently broken.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— Product &amp; Engineering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shipped this session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 changes, not slides — verified with a type-check, a production build, and a live click-through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292608" cy="292608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8562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the real Applications page into the “Apply” route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4231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the dead placeholder; renamed nav to “Applications” to match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20240"/>
            <a:ext cx="292608" cy="292608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0" y="18562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match / ATS / immigration scores end-to-end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4231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 threaded through the score model → service → API → UI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74720"/>
            <a:ext cx="292608" cy="292608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41071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the raw JSON dump with a real review screen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9776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pills, tailored resume summary, cover letter, recruiter email, ATS fact-check — in plain language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2461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474720"/>
            <a:ext cx="292608" cy="292608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341071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visible PR-fit badge in the review queue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39776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“XX% PR fit” now shows next to every job — the differentiator is finally on-screen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029200"/>
            <a:ext cx="292608" cy="292608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496519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the pricing checkout bug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5532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Coach now checks out against its own Stripe price, with its own button label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8006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5029200"/>
            <a:ext cx="292608" cy="292608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496519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the dashboard + onboarding checklist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5532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Jobs / Submitted stat cards and the missing 5th “Apply” step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— Product &amp; Engineering Review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to watch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market research surfaced about this category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3100"/>
            <a:ext cx="365760" cy="36576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3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Anti-bot enforcement is tightening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0391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has sued automation vendors and terminated integrations in 2025. Workday/Greenhouse/iCIMS increasingly use behavioral CAPTCHA that scores mouse/keystroke authenticity — scripted submission risks tripping this even with human sign-off.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104388"/>
            <a:ext cx="365760" cy="36576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04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87121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“Auto-apply” carries brand contagion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2004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category's reputation is damaged by LazyApply-style tools. Human-in-the-loop needs to be loud in marketing and visibly true in the product — not just a backend flag — or Career OS gets lumped 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65676"/>
            <a:ext cx="365760" cy="36576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656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3250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jobs waste the pipeline's effort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361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listings may not be real. Tailoring documents for a job that was never open erodes user trust in the scoring engine.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84064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426964"/>
            <a:ext cx="365760" cy="36576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269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1937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exposure from automated submission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5229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anti-bot defenses can implicate CFAA-style statutes even when a human approved the content beforehand.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— Product &amp; Engineering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4114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close the gaps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Chrome-extension autofill as an acquisition wedge — every top competitor uses one to acquire users before upselling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PR/NOC score in-product, not just marketing copy — it's the one thing nobody else offers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Stripe Checkout for both paid tiers, including the Career Coach plan fixed this session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1737360"/>
            <a:ext cx="41148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874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match the category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60604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 optimizer — Careerflow's strongest feature, and a free-tier draw for other tools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 prep, modeled on what Careerflow and JobCopilot already ship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ATS autofill coverage beyond Job Bank Canada toward Workday, Greenhouse, iCIMS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0" y="1737360"/>
            <a:ext cx="41148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874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— scale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60604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self-serve signup, removing the current single-user deploy limitation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PWA for reviewing and approving applications on the go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and networking-contact discovery, similar to Jobright's Insider Connections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— Product &amp; Engineering 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already has what almost nobody else in this category has: an architecture that treats human approval as load-bearing, and a scoring dimension — Canadian PR/Express Entry fit — that zero researched competitors offer. This session found and fixed the gap between that engineering and what users could actually see: a dead route restored, the differentiator surfaced end-to-end, and a raw-JSON screen turned into a real product experience.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10332720" cy="1737360"/>
          </a:xfrm>
          <a:prstGeom prst="roundRect">
            <a:avLst>
              <a:gd name="adj" fmla="val 4211"/>
            </a:avLst>
          </a:prstGeom>
          <a:solidFill>
            <a:srgbClr val="121820"/>
          </a:solidFill>
          <a:ln w="12700">
            <a:solidFill>
              <a:srgbClr val="2430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launch: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45720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live for both paid tiers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beta users (Ontario tech / immigration-track job seekers)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Chrome-extension wedge for free-tier acquisition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OS — Product &amp; Engineering Review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OS — Product &amp; Engineering Review</dc:title>
  <dc:subject>PptxGenJS Presentation</dc:subject>
  <dc:creator>Daksh Patel</dc:creator>
  <cp:lastModifiedBy>Daksh Patel</cp:lastModifiedBy>
  <cp:revision>1</cp:revision>
  <dcterms:created xsi:type="dcterms:W3CDTF">2026-07-02T02:21:54Z</dcterms:created>
  <dcterms:modified xsi:type="dcterms:W3CDTF">2026-07-02T02:21:54Z</dcterms:modified>
</cp:coreProperties>
</file>